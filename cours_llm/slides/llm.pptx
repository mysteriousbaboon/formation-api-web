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5F"/>
                </a:solidFill>
                <a:latin typeface="Calibri"/>
              </a:rPr>
              <a:t>Les LLM</a:t>
            </a:r>
          </a:p>
          <a:p>
            <a:r>
              <a:rPr sz="2200">
                <a:solidFill>
                  <a:srgbClr val="888888"/>
                </a:solidFill>
                <a:latin typeface="Calibri"/>
              </a:rPr>
              <a:t>Cours 11 — Comprendre et piloter les grands modèles de langage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1. C'est quoi un LLM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Une idée simple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Un réseau de neurones géant (un Transformer)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Entraîné à PRÉDIRE LE MOT SUIVANT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Des milliards de poids, énormément de texte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Pas de base de réponses, pas de 'compréhension' humaine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2. Tokens &amp; génération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Comment il lit et écrit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Token : un morceau de mot (≈ 4 caractères)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On paie au token ; le contexte se mesure en tokens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Il génère UN TOKEN À LA FOIS, en boucle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À chaque étape : le token le plus probable (pas le plus vrai)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→ d'où les hallucinations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3. Le Transformer &amp; l'attention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Le secret de 2017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L'ATTENTION : chaque mot regarde tous les autres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« la souris... elle a faim » → 'elle' = la souris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C'est ce qui donne le CONTEXTE au modèle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Idée à retenir : 'tout relier à tout'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4. Comment on l'entraîne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Trois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Pré-entraînement : lire une montagne de texte (coûteux)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Fine-tuning : apprendre à suivre des instructions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RLHF : des humains classent → le modèle apprend leurs préférences</a:t>
            </a:r>
          </a:p>
          <a:p>
            <a:pPr lvl="1"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Calibri"/>
              </a:rPr>
              <a:t>– RLHF = le 'renforcement' du cours 8 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5. Contexte &amp; mémoire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Un point crucial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Fenêtre de contexte : ce qu'il voit d'un coup (en tokens)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Au-delà, il 'oublie' le début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AUCUNE mémoire entre deux appels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La 'mémoire' d'un chat = on RENVOIE l'historique à chaque fois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6. Le prompting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Bien parler au modèle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Rôles : system (le cadre), user (la demande), assistant (ses réponses)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Être précis : format, longueur, ton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Few-shot : donner 2-3 exemples guide énormément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Température : 0 = fiable/stable, 1.2 = créatif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7. Limites à ne jamais oublier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Garder l'esprit critique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Hallucinations : invente avec aplomb → vérifier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Cutoff : ne connaît pas l'actualité récente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Calcul peu fiable : un LLM devine, il ne calcule pas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Coût &amp; latence : chaque appel prend temps et argent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8. L'appeler par code (agnostique)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Un seul code, tous les fournisseurs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Interface compatible OpenAI partout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client.chat.completions.create(model, messages, temperature)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Le .env choisit : OpenAI, Mistral, ou Ollama LOCAL (gratuit)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Changer de fournisseur = changer le .env, pas le code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9. Le RAG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>Donner TES documents au modèle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2743200" cy="3810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1. Chercher les passages pertinents dans tes docs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2. Les coller dans le prompt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3. Le LLM répond en s'appuyant dessus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Réponses à jour, sourcées, moins d'hallucinations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5F"/>
                </a:solidFill>
                <a:latin typeface="Calibri"/>
              </a:rPr>
              <a:t>À toi de jouer 🚀</a:t>
            </a:r>
          </a:p>
          <a:p>
            <a:r>
              <a:rPr sz="2200">
                <a:solidFill>
                  <a:srgbClr val="888888"/>
                </a:solidFill>
                <a:latin typeface="Calibri"/>
              </a:rPr>
              <a:t>Configure ton .env, puis lance les démos 1 →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
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Agents LLM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Cours 12 — Quand l'IA ne répond plus seulement : elle agit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1. D'un LLM à un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Combler les faiblesses du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Le LLM seul : ne calcule pas bien, ignore tes données, n'agit pas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Un agent = un LLM + des OUTILS + une boucle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Le LLM est le cerveau, les outils sont les mains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Il décide QUAND utiliser quel outil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2. La boucle agentique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Perception → raisonnement →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Raisonner : que faire maintenant 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Agir : appeler un outil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Observer : lire le résultat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Recommencer jusqu'à pouvoir répondre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Ce motif s'appelle ReAct (Reasoning + Acting)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3. Le function / tool calling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Comment le LLM 'appelle' une fonction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On DÉCRIT les outils au modèle (nom, rôle, paramètres)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Le LLM répond par une DEMANDE d'appel structurée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C'est TOUJOURS notre code qui exécute la fonction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On renvoie le résultat → le LLM formule la réponse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La description de l'outil = un mini-prompt à soigner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4. Les bons outils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Un outil = une fonction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Calculatrice : pour les calculs fiables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Recherche / RAG : pour les infos à jour ou privées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Appel d'API : pour agir sur d'autres systèmes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Date/heure : le LLM n'a pas d'horloge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Ton micro-service du cours 3 EST un outil d'agent parfait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5. Les garde-fous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Un agent qui agit, ça se sécurise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Limite d'itérations : sinon boucle infinie + budget brûlé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Validation humaine pour les actions sensibles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Jamais d'eval() brut sur une entrée du LLM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Coût : chaque étape = un appel LLM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Une IA propose, un humain dispose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6. Les frameworks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Coder à la main, puis outiller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LangChain : le plus connu (chaînes, agents, intégrations)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LlamaIndex : spécialisé RAG / données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SDK natifs (OpenAI, Anthropic) : tool calling intégré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n8n (nœud AI Agent) : des agents en no-code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Comprendre sans framework d'abord = le meilleur apprentissage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La boucle se referme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Tout le parcours dans un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LLM (cours 11) = le cerveau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Ton API / micro-service (cours 3) = un outil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n8n / cron (cours 7) = déclenche et distribue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De la variable Python à l'IA autonome : bravo 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À toi de jouer 🚀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Démos 1 → 5, puis le projet fil rouge (exos.md)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
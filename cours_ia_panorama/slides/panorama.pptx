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Panorama de l'IA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Cours 8 — La carte du territoire avant de plonger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1. C'est quoi « l'IA »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Une définition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IA = faire faire à une machine des tâches qui demandent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normalement de « l'intelligence » humaine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Reconnaître une image, comprendre une phrase, recommander un film…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Ce n'est PAS magique : ce sont des maths + des données + du calcul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Les poupées russes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Intelligence Artificielle : le grand ensemble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Machine Learning : la machine apprend à partir d'exemples</a:t>
            </a:r>
          </a:p>
          <a:p>
            <a:pPr lvl="2">
              <a:spcAft>
                <a:spcPts val="800"/>
              </a:spcAft>
            </a:pPr>
            <a:r>
              <a:rPr sz="2000" b="0">
                <a:solidFill>
                  <a:srgbClr val="888888"/>
                </a:solidFill>
                <a:latin typeface="Calibri"/>
              </a:rPr>
              <a:t>· Deep Learning : du ML avec des réseaux de neurones profonds</a:t>
            </a:r>
          </a:p>
          <a:p>
            <a:pPr lvl="2">
              <a:spcAft>
                <a:spcPts val="800"/>
              </a:spcAft>
            </a:pPr>
            <a:r>
              <a:rPr sz="2000" b="0">
                <a:solidFill>
                  <a:srgbClr val="888888"/>
                </a:solidFill>
                <a:latin typeface="Calibri"/>
              </a:rPr>
              <a:t>· IA générative (ChatGPT…) : du deep learning qui crée du contenu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Retiens : IA ⊃ ML ⊃ Deep Learning ⊃ IA générative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2. Les grandes familles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Où l'IA travaille aujourd'hui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Vision (computer vision) : analyser images &amp; vidéos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Langage (NLP) : comprendre et générer du texte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Audio / voix : reconnaissance et synthèse vocale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Génératif : créer texte, images, son, code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Recommandation : Netflix, Spotify, e-commerce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Décision / robotique : jeux, robots, conduite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3. Comment une machine « apprend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Les 3 grands types d'apprentissage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Supervisé : on montre des exemples étiquetés (photo → « chat »)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→ le cœur de ce qu'on verra (cours 9 &amp; 10)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Non-supervisé : on cherche des groupes sans étiquettes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→ segmentation de clients, détection d'anomalies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Par renforcement : apprendre par essai/erreur et récompense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→ jeux (AlphaGo), robotique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 vocabulaire de survie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Modèle : le « cerveau » entraîné qui fait des prédictions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Dataset : les données d'exemple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Features / labels : les entrées / la bonne réponse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Entraînement vs inférence : apprendre vs utiliser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Paramètres (poids) : ce que le modèle ajuste en apprenant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GPU : la puce qui rend l'entraînement rapide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4. Un peu d'histoire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60 ans en 5 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1958 : le perceptron, premier neurone artificiel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1970-90 : « hivers de l'IA », trop de promesses, peu de résultats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2012 : le deep learning explose (ImageNet, la vision décolle)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2017 : les Transformers (« Attention is all you need »)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2022 : ChatGPT — l'IA générative pour le grand public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5. Limites &amp; garde-fous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Garder l'esprit critique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Biais : un modèle reproduit les biais de ses données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Hallucinations : un LLM peut inventer avec aplomb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Données : pas de bonnes données = pas de bon modèle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Coût &amp; énergie : entraîner de gros modèles coûte cher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Vie privée &amp; droit d'auteur : d'où viennent les données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La carte de nos 5 journées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Où on va 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Cours 8 — Panorama (aujourd'hui) : la vue d'ensemble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Cours 9 — Machine Learning : la machine qui apprend des données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Cours 10 — Deep Learning &amp; Vision : les réseaux de neurones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Cours 11 — LLM : comprendre et piloter les grands modèles de langage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Cours 12 — Agents LLM : l'IA qui agit, pas seulement qui répond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À toi de jouer 🚀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Ouvre exos.md et explore les démos en ligne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
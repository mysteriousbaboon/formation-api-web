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109728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3A5F"/>
                </a:solidFill>
                <a:latin typeface="Calibri"/>
              </a:rPr>
              <a:t>Deep Learning &amp; Computer Vision</a:t>
            </a:r>
          </a:p>
          <a:p>
            <a:r>
              <a:rPr sz="2200">
                <a:solidFill>
                  <a:srgbClr val="888888"/>
                </a:solidFill>
                <a:latin typeface="Calibri"/>
              </a:rPr>
              <a:t>Cours 10 — Dans la boîte noire des réseaux de neurones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1. Le neurone artificiel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Calibri"/>
              </a:rPr>
              <a:t>L'unité de base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7432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Reçoit des entrées (des nombres)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Les multiplie par des POIDS, ajoute un BIAIS, fait la somme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Passe le tout dans une fonction d'ACTIVATION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Apprendre = trouver les bons poids et biais</a:t>
            </a:r>
          </a:p>
          <a:p>
            <a:pPr lvl="1">
              <a:spcAft>
                <a:spcPts val="800"/>
              </a:spcAft>
            </a:pPr>
            <a:r>
              <a:rPr sz="2200" b="0">
                <a:solidFill>
                  <a:srgbClr val="888888"/>
                </a:solidFill>
                <a:latin typeface="Calibri"/>
              </a:rPr>
              <a:t>– Un LLM = des MILLIARDS de ces poids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2. La fonction d'activation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Calibri"/>
              </a:rPr>
              <a:t>La non-linéarité, le secret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7432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Sans elle : empiler des neurones = une simple droite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Marche (step) : 0 ou 1 (le perceptron historique)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Sigmoïde : un S entre 0 et 1 (probabilités)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ReLU : max(0, x) — le standard moderne, simple et efficace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3. Pourquoi « profond »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Calibri"/>
              </a:rPr>
              <a:t>Des neurones aux couches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7432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On organise les neurones en COUCHES successives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Chaque couche apprend des motifs plus abstraits</a:t>
            </a:r>
          </a:p>
          <a:p>
            <a:pPr lvl="1">
              <a:spcAft>
                <a:spcPts val="800"/>
              </a:spcAft>
            </a:pPr>
            <a:r>
              <a:rPr sz="2200" b="0">
                <a:solidFill>
                  <a:srgbClr val="888888"/>
                </a:solidFill>
                <a:latin typeface="Calibri"/>
              </a:rPr>
              <a:t>– Vision : bords → formes → objets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« Deep » = beaucoup de couches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Un seul neurone ne sait pas faire XOR → il FAUT des couches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4. Comment ça apprend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Calibri"/>
              </a:rPr>
              <a:t>L'aller-retour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7432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Propagation avant : les entrées traversent → une prédiction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Erreur : écart entre prédiction et vraie réponse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Rétropropagation : on remonte l'erreur, on ajuste chaque poids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On répète des milliers de fois → l'erreur diminue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Analogie : descendre une montagne dans le brouillard (gradient)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5. Les grandes architectures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Calibri"/>
              </a:rPr>
              <a:t>À chaque donnée son réseau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7432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MLP (dense) : données tabulaires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CNN : IMAGES (détecte des motifs locaux) — la vision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RNN / LSTM : séquences (texte, audio)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Transformer : texte — l'ATTENTION (→ cours 11, les LLM)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6. Computer Vision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Calibri"/>
              </a:rPr>
              <a:t>Apprendre à voir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7432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Une image = un tableau de nombres (les pixels)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Classification : « c'est quoi ? »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Détection : « c'est quoi ET où ? » (des boîtes)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Segmentation : « quel pixel appartient à quoi ? »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Le CNN a fait décoller la vision en 2012 (AlexNet)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7. Deep learning ou ML classique 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Calibri"/>
              </a:rPr>
              <a:t>Quand utiliser quoi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7432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Peu de données tabulaires → ML classique (cours 9)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Images / son / texte en masse → deep learning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DL : features apprises toutes seules, mais boîte noire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ML classique : interprétable, léger, souvent suffisant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109728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3A5F"/>
                </a:solidFill>
                <a:latin typeface="Calibri"/>
              </a:rPr>
              <a:t>À toi de jouer 🚀</a:t>
            </a:r>
          </a:p>
          <a:p>
            <a:r>
              <a:rPr sz="2200">
                <a:solidFill>
                  <a:srgbClr val="888888"/>
                </a:solidFill>
                <a:latin typeface="Calibri"/>
              </a:rPr>
              <a:t>Démo 1 (un neurone à la main) puis 2 (lire des chiffres)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